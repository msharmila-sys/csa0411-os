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7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49C4-8B6B-B96C-FEF1-1CBC2C57E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43169-FA29-CDC1-630A-F5F3D2912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B39E-2E01-D3C4-6443-7C697D14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E7638-2CEE-4CA3-35FC-66AC758B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F11C-83E1-BEBD-D028-EA8E5FE6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2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B6CE-3F52-4FD4-B88E-66B28450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419F-586C-2B0D-AFBD-B5AE5D876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A7D5E-C885-819D-759F-24AF8A09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D769-9DFD-8146-8043-CF1B01E1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757B-063A-5D43-672B-6D8107A4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54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D400-A18B-3BB7-9F04-8CF0D2C6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97EDC-4A92-7C04-208C-C212F6B69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874D2-7E95-F9E1-9029-B223AC60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D75DC-02D4-CFA1-7235-05C028A3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02E67-7E2F-A427-6B94-7C742BF5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6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60BC-D845-0846-2416-D8680B9B1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9353-3068-B735-95C2-CD28176D4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1F938-63FA-0515-9B65-847183F1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87090-4E11-CAE7-553F-C8E08E3A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80D80-2F69-EBFB-1A30-1399C6EC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D4C1-F34C-D4DE-7166-B1EC0A3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71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0708-1668-BC40-D94E-B232F87C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8F2DE-4007-A2F8-66E6-227C3D74E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3BEF2-D210-CC0F-BEF1-BD5D7A7E4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4D94C-7AA7-2ED4-062C-1A57DD340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3C5D7-1086-8E00-7722-4BF856F76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7DD03-18B3-74B9-67AA-F7227486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A0160-8CBA-DD78-6035-98599532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D0631-264F-82C6-B5FD-1330819B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55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24CF-B4F8-BD3C-B464-134FC5DF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78B18-3A15-9757-BF68-695EB5F3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33E1D-C990-AC8C-DF19-3D246FED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B0F7D-7F3A-7809-39D0-CC01DA10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23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E6C47-A51D-6424-16D1-CF29351E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2ADA5-B246-7015-C1DE-E873C5CE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4814C-50DE-7F98-C1AB-3BFD20C6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61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D828-47AE-6F88-C7C5-26F7154B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9B0F-E345-8F45-0787-1F970D515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9BBDE-DB69-7E28-A23E-3786370C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8AF3-E723-1BBE-332D-78C1A914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1E518-A0AA-85D4-2F0B-BBD9A951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EBE8E-0CDB-0FF6-9938-9B2DE5F1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2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1A17-21B2-813E-AEBE-E8B93211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DAE20-BA4F-A6F0-20AD-19A62D45C85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CFD2-09FF-021A-93B4-770C6523E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85BFB-FE8D-3299-862E-DB1AD26E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8032-EE5E-D9A7-B278-304D0A30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5F188-D44C-FDBD-288B-E8C581CE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7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FABF-DC36-52CD-5D65-A99AFCDB8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CEB91-560A-3912-9148-470BAD156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96F5E-0C8B-8D9C-AAB5-ACCA01A1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30AF0-AAC7-D335-6805-F76F2EBE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82EC-C5E4-1133-CBFB-52E8542F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3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EA6EF-8D5A-9C55-3713-00542A9CA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FB01F-93F5-CACB-8881-BE325ADC8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BB40A-AB02-57EF-E05B-C3F1A01A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0F805-D0D6-CA0A-6946-BA3E21D8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6965-1ED9-464D-F5C2-7E32336E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72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F8513-4F2C-2A76-B796-6E513B60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3ACFC-8238-CCA0-785C-683B1CAE8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07681-21AD-7463-74AA-6C5AE602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159A6-A4C5-4317-A8E4-B47532B49A87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D25F1-A514-BF80-7064-09351B390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6CDB8-2699-5CEC-2330-6A391FACE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BAA0D-1DA2-4BA9-977D-83E899986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9FE4-7B8C-C8E6-36F9-B2823BA00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in a banking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DA79E-6E70-5AAD-5090-9EF2384B3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0" y="5057212"/>
            <a:ext cx="8111613" cy="1655762"/>
          </a:xfrm>
        </p:spPr>
        <p:txBody>
          <a:bodyPr/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M.SHARMILA</a:t>
            </a:r>
          </a:p>
          <a:p>
            <a:r>
              <a:rPr lang="en-IN" dirty="0"/>
              <a:t>192524395</a:t>
            </a:r>
          </a:p>
        </p:txBody>
      </p:sp>
    </p:spTree>
    <p:extLst>
      <p:ext uri="{BB962C8B-B14F-4D97-AF65-F5344CB8AC3E}">
        <p14:creationId xmlns:p14="http://schemas.microsoft.com/office/powerpoint/2010/main" val="101929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1981-3E42-9473-CF11-D20C4488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9964-4769-435F-3932-7BD2BCC74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(OS) is system software that manages computer resources.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an interface between applications and hardware.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thousands of banking transactions simultaneously.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processes, memory, files, and input/output devices.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security and protects sensitive banking data.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fast, reliable, and efficient banking operations.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60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F696-D1E7-77DE-0252-AF372ACE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CE28-EFEF-A26C-022F-8298682E6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Handling Thousands of Banking Transactions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process thousands of transactions simultaneously.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include deposits, withdrawals, fund transfers, and balance enquiries.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provide security, accuracy, and fast processing.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must access shared resources without conflicts.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reliable, secure, multitasking operating system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1358-28D0-D55C-567F-AC62177D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OS SUITABLE FOR BANKING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8E53-A556-92EA-205C-425837A2D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OS: Supports many users simultaneously.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Multiprocessing OS: Uses multiple CPU cores to execute tasks efficiently.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 OS: Handles several processes at the same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OS: Can coordinate resources across multiple computers.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choice: A secure multi-user, multitasking OS with multiprocessing support. Distributed systems may also be used across bank branches.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38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22A4-5ABE-44EC-6E91-C45208F1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D940-708E-CD33-1D1C-FE6B52A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177E83-00C6-F94F-452B-1055B681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19" y="1520769"/>
            <a:ext cx="8642555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0189-FC26-BB1B-46A3-35D2F8A2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THE OS IN BANKING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83663-9C33-6CBC-A97B-E7DAB605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management: Schedules multiple banking transactions.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management: Allocates RAM to running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management: Organizes transaction logs and stored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management: Controls disks, network interfaces, and other devices.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Enforces access permissions and isolates processes.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improve efficiency, reliability, and data protection.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0FA9-23B8-B64F-60FD-3FCFE46C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IN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72FC0-EF5A-98F9-9DD9-06FDED3A0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Creation: fork() creates a new process to handle a banking task.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Execution: exec() runs the required banking application.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Access: open() opens transaction files and logs.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Data: read() reads account and transaction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Data: write() records transaction details in files or logs.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send()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help exchange data between banking services through sockets.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29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7F62-7089-38DE-4C7C-790D2933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TRANSFER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2079-A839-466E-FBC3-F3E0F8491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requests a transfer.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verifies the customer's identity and permissions.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banking software checks the account balance.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transaction debits one account and credits another atomically.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result is recorded and confirmation is displayed.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Database transactions provide atomicity and consistency. The OS supports process execution, file and network I/O, and access control, but database software is responsible for transaction-level guarantees.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3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F689-5524-8B52-6B13-6366B8EB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939FF-B0A1-32A1-877B-2715A05C6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OS handles multiple banking operations efficiently.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manages CPU, memory, storage, and devices.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connect applications to OS services.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reliable database transactions help protect banking operations.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Cloud computing, stronger cybersecurity, and fault-tolerant banking infrastructure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313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840D-F721-FEE6-8750-434C1F7D9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CA5F-31E4-A8EA-ABFF-9877BD8BB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4" y="2684206"/>
            <a:ext cx="9289026" cy="3492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5321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501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Operating system in a banking system</vt:lpstr>
      <vt:lpstr>INTRODUCTION</vt:lpstr>
      <vt:lpstr>PROBLEM IDENTIFICATION</vt:lpstr>
      <vt:lpstr> TYPES OF OS SUITABLE FOR BANKING</vt:lpstr>
      <vt:lpstr>OS STRUCTURE USED</vt:lpstr>
      <vt:lpstr> ROLE OF THE OS IN BANKING</vt:lpstr>
      <vt:lpstr>SYSTEM CALLS IN BANKING</vt:lpstr>
      <vt:lpstr>FUND TRANSFER STEPS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 Sharmila</dc:creator>
  <cp:lastModifiedBy>Sharmila Sharmila</cp:lastModifiedBy>
  <cp:revision>3</cp:revision>
  <dcterms:created xsi:type="dcterms:W3CDTF">2026-10-13T07:34:33Z</dcterms:created>
  <dcterms:modified xsi:type="dcterms:W3CDTF">2026-10-27T04:50:40Z</dcterms:modified>
</cp:coreProperties>
</file>